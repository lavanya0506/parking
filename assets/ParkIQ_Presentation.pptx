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E94560"/>
                </a:solidFill>
              </a:rPr>
              <a:t>ParkIQ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AI-Powered Parking Enforcement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AAAAA"/>
                </a:solidFill>
              </a:rPr>
              <a:t>Bengaluru Traffic Police | Gridlock Hackathon 2.0 Round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5A623"/>
                </a:solidFill>
              </a:rPr>
              <a:t>Problem Statement 1: Parking-Induced Congestion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0" y="1371600"/>
            <a:ext cx="2926080" cy="3200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15544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E94560"/>
                </a:solidFill>
              </a:rPr>
              <a:t>298,450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AAAAA"/>
                </a:solidFill>
              </a:rPr>
              <a:t>BTP Violation Records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26517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5A623"/>
                </a:solidFill>
              </a:rPr>
              <a:t>8,173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AAAAA"/>
                </a:solidFill>
              </a:rPr>
              <a:t>ASTRAM Incidents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3657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54 Police Stations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5A623"/>
                </a:solidFill>
              </a:rPr>
              <a:t>Bengaluru loses 60+ minutes/day per commuter to traffic congestion.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37360"/>
            <a:ext cx="11430000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1051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94560"/>
                </a:solidFill>
              </a:rPr>
              <a:t>🚫  No Visibility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810512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BTP has no real-time map of where illegal parking is actively blocking traffic right now.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834639"/>
            <a:ext cx="11430000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907791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94560"/>
                </a:solidFill>
              </a:rPr>
              <a:t>📍  Reactive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907791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Officers are sent based on complaints — not data. High-impact zones go unpatrolled.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931920"/>
            <a:ext cx="11430000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00507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94560"/>
                </a:solidFill>
              </a:rPr>
              <a:t>📊  No Impact Measurement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005072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There's no metric linking parking violations to downstream congestion events.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5029200"/>
            <a:ext cx="11430000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10235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94560"/>
                </a:solidFill>
              </a:rPr>
              <a:t>⏰  Missed Peak Windows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5102352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Morning rush (9–11 AM) sees the most violations, but officer deployment doesn't match.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Solution: ParkIQ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AAAAAA"/>
                </a:solidFill>
              </a:rPr>
              <a:t>6-tab Streamlit intelligence platform — from raw violation data to deployable patrol schedules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45920"/>
            <a:ext cx="3657600" cy="1920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94560"/>
                </a:solidFill>
              </a:rPr>
              <a:t>🗺️  Live Heatmap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402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Violation density + severity
across Bengaluru (3 view modes)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657600" cy="1920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783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94560"/>
                </a:solidFill>
              </a:rPr>
              <a:t>🔥  Hotspot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2402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Priority-scored junctions
4-factor composite scoring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645920"/>
            <a:ext cx="3657600" cy="1920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783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94560"/>
                </a:solidFill>
              </a:rPr>
              <a:t>⏰  Temporal Patterns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2402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Hourly, daily, monthly
violation profiles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840480"/>
            <a:ext cx="3657600" cy="1920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9776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94560"/>
                </a:solidFill>
              </a:rPr>
              <a:t>📊  Impact Quantification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4348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ASTRAM cross-correlation
Vehicle-hour loss estimates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3840480"/>
            <a:ext cx="3657600" cy="1920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39776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94560"/>
                </a:solidFill>
              </a:rPr>
              <a:t>🚓  Enforcement Optimizer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44348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Shift-wise patrol schedule
for N available officers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3840480"/>
            <a:ext cx="3657600" cy="1920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39776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94560"/>
                </a:solidFill>
              </a:rPr>
              <a:t>🚗  Vehicle 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44348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Vehicle type breakdown
Cross-hour heatmap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Data Foundation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486400" cy="4114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94560"/>
                </a:solidFill>
              </a:rPr>
              <a:t>Dataset 1: BTP Parking Violations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A623"/>
                </a:solidFill>
              </a:rPr>
              <a:t>Records: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1874519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298,450 raw / 115,400 approved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A623"/>
                </a:solidFill>
              </a:rPr>
              <a:t>Period: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251460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Nov 2023 – Apr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54679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A623"/>
                </a:solidFill>
              </a:rPr>
              <a:t>Fields: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3154679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GPS coords, vehicle type, violation type, junction, police station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59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A623"/>
                </a:solidFill>
              </a:rPr>
              <a:t>Junctions: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3794759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Labelled BTP junction codes (BTP051, BTP082…)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43484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A623"/>
                </a:solidFill>
              </a:rPr>
              <a:t>Coverage: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44348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54 police stations across Bengaluru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097280"/>
            <a:ext cx="5486400" cy="4114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280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</a:rPr>
              <a:t>Dataset 2: ASTRAM Traffic Incidents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1874519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560"/>
                </a:solidFill>
              </a:rPr>
              <a:t>Records: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1874519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8,173 traffic events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51460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560"/>
                </a:solidFill>
              </a:rPr>
              <a:t>Period: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251460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Nov 2023 – Apr 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154679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560"/>
                </a:solidFill>
              </a:rPr>
              <a:t>Fields: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3154679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Event type, cause, start/resolve time, priority, corridor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794759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560"/>
                </a:solidFill>
              </a:rPr>
              <a:t>Types: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3794759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Planned / Unplanned (accidents, breakdowns, congestion)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43484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560"/>
                </a:solidFill>
              </a:rPr>
              <a:t>Coverage: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44348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54 police stations — same as Dataset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3949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A623"/>
                </a:solidFill>
              </a:rPr>
              <a:t>Both datasets share exactly 54 police stations — enabling direct cross-analysis.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Key Findings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486400" cy="1463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AAAAA"/>
                </a:solidFill>
              </a:rPr>
              <a:t>Top Hotspot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94560"/>
                </a:solidFill>
              </a:rPr>
              <a:t>BTP051 — Safina Plaza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574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15,000+ violations; top priority zone for enforcement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188720"/>
            <a:ext cx="5486400" cy="1463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801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AAAAA"/>
                </a:solidFill>
              </a:rPr>
              <a:t>Peak Window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002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94560"/>
                </a:solidFill>
              </a:rPr>
              <a:t>10:00 AM 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0574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Morning rush is the #1 enforcement opportunity daily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834640"/>
            <a:ext cx="5486400" cy="1463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260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AAAAA"/>
                </a:solidFill>
              </a:rPr>
              <a:t>Vehicle Dominance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2461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94560"/>
                </a:solidFill>
              </a:rPr>
              <a:t>Cars = top offender 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7033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High physical impact — wider lane blockage per vehicle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834640"/>
            <a:ext cx="5486400" cy="1463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9260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AAAAA"/>
                </a:solidFill>
              </a:rPr>
              <a:t>Concentration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2461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94560"/>
                </a:solidFill>
              </a:rPr>
              <a:t>Top 5 junctions = ~40%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7033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Of all named-junction violations — high leverage for targeting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480560"/>
            <a:ext cx="5486400" cy="1463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5720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AAAAA"/>
                </a:solidFill>
              </a:rPr>
              <a:t>Enforcement Effect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8920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94560"/>
                </a:solidFill>
              </a:rPr>
              <a:t>r = −0.14 (ASTRAM data)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3492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Stations with active enforcement see fewer traffic incidents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4480560"/>
            <a:ext cx="5486400" cy="1463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45720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AAAAA"/>
                </a:solidFill>
              </a:rPr>
              <a:t>Scale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48920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94560"/>
                </a:solidFill>
              </a:rPr>
              <a:t>54 stations covered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53492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Complete spatial coverage — no enforcement gaps in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Priority Scoring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AAAAAA"/>
                </a:solidFill>
              </a:rPr>
              <a:t>Each junction scored 0–1 using a 4-factor composite model: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1097280" cy="914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73736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F0F23"/>
                </a:solidFill>
              </a:rPr>
              <a:t>40%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1554480"/>
            <a:ext cx="10058400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64592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Frequency 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01168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</a:rPr>
              <a:t>Total violations at junction / max violations — identifies chronic hotspots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43200"/>
            <a:ext cx="1097280" cy="9144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92608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F0F23"/>
                </a:solidFill>
              </a:rPr>
              <a:t>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54480" y="2743200"/>
            <a:ext cx="10058400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83464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Peak-Hour Concentration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20040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</a:rPr>
              <a:t>Violations during 8–11 AM / total — targets rush-hour congestion windows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931920"/>
            <a:ext cx="1097280" cy="914400"/>
          </a:xfrm>
          <a:prstGeom prst="rect">
            <a:avLst/>
          </a:prstGeom>
          <a:solidFill>
            <a:srgbClr val="4AC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11480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F0F23"/>
                </a:solidFill>
              </a:rPr>
              <a:t>20%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" y="3931920"/>
            <a:ext cx="10058400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37360" y="402336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Incident Correlation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38912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</a:rPr>
              <a:t>ASTRAM incident rate at same police station — links parking to real congestion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120640"/>
            <a:ext cx="1097280" cy="914400"/>
          </a:xfrm>
          <a:prstGeom prst="rect">
            <a:avLst/>
          </a:prstGeom>
          <a:solidFill>
            <a:srgbClr val="74B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530352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F0F23"/>
                </a:solidFill>
              </a:rPr>
              <a:t>10%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54480" y="5120640"/>
            <a:ext cx="10058400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37360" y="521208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Vehicle Severity 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557784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</a:rPr>
              <a:t>Avg severity weight (Truck=3× vs Scooter=0.5) — prioritizes high-impact blockages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3550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A623"/>
                </a:solidFill>
              </a:rPr>
              <a:t>Score = 0.40 × Freq + 0.30 × Peak + 0.20 × Incident + 0.10 × Severity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Enforcement Optimizer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5A623"/>
                </a:solidFill>
              </a:rPr>
              <a:t>Officers  →  Zones  →  Shifts  → 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640080" cy="7315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459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554480"/>
            <a:ext cx="1645920" cy="731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6916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A623"/>
                </a:solidFill>
              </a:rPr>
              <a:t>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691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Dispatcher sets available officer count (5–30)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468880"/>
            <a:ext cx="640080" cy="7315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5603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2468880"/>
            <a:ext cx="1645920" cy="731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6060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A623"/>
                </a:solidFill>
              </a:rPr>
              <a:t>RANK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6060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System ranks junctions by composite priority 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383280"/>
            <a:ext cx="640080" cy="7315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4747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3383280"/>
            <a:ext cx="1645920" cy="731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5204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A623"/>
                </a:solidFill>
              </a:rPr>
              <a:t>ASSIGN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35204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Officers assigned to top N zones across 3 shifts (Morning / Late Morning / Night)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297680"/>
            <a:ext cx="640080" cy="7315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3891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297680"/>
            <a:ext cx="1645920" cy="731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4348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A623"/>
                </a:solidFill>
              </a:rPr>
              <a:t>DEPLOY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4348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Interactive Folium map shows each officer's location + popup with zone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212080"/>
            <a:ext cx="640080" cy="7315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53035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7280" y="5212080"/>
            <a:ext cx="1645920" cy="731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53492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A623"/>
                </a:solidFill>
              </a:rPr>
              <a:t>IMPACT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53492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Projected violations addressable per deployment cycle displayed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Impact &amp;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486400" cy="4572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94560"/>
                </a:solidFill>
              </a:rPr>
              <a:t>Quantified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✓  115,400 approved violations geo-mapped across 54 stations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06039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✓  Top 5 junctions → 40% of all hotspot violations addressed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375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✓  Peak window identified: 10 AM enforement maximises reduction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6908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✓  Enforcement deployment can save est. 2,000+ vehicle-hours/week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0060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✓  Scalable to real-time feed when integrated with BTP systems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097280"/>
            <a:ext cx="5486400" cy="4572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5A623"/>
                </a:solidFill>
              </a:rPr>
              <a:t>Next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874519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→  Live BTP API integration for real-time violation feed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06039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→  Predictive model: forecast next-hour hotspot zones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3375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→  Mobile officer app with push notifications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06908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→  Feedback loop: measure fine-rate vs incident-rate post-deployment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80060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→  Expand to PS2/PS3: incident detection + signal optimization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